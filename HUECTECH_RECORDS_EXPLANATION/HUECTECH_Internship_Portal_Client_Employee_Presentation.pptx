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0A5FA"/>
                </a:solidFill>
              </a:defRPr>
            </a:pPr>
            <a:r>
              <a:t>HUECTECH</a:t>
            </a:r>
          </a:p>
          <a:p>
            <a:pPr>
              <a:defRPr sz="4600" b="1">
                <a:solidFill>
                  <a:srgbClr val="FFFFFF"/>
                </a:solidFill>
              </a:defRPr>
            </a:pPr>
            <a:r>
              <a:t>Internship Portal</a:t>
            </a:r>
          </a:p>
          <a:p>
            <a:pPr>
              <a:defRPr sz="2200">
                <a:solidFill>
                  <a:srgbClr val="CBD5E1"/>
                </a:solidFill>
              </a:defRPr>
            </a:pPr>
            <a:r>
              <a:t>Client &amp; Employee Project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114800"/>
            <a:ext cx="21488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4114800"/>
            <a:ext cx="21488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ATTENDANCE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114800"/>
            <a:ext cx="21488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4114800"/>
            <a:ext cx="21488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1. Project Context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Why HUECTECH needed a dedicated internship management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8745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75688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Attendance may be tracked manually or across disconnected tools. Student identity, attendance and learning tasks are not naturally connected.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73152" cy="187451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Business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More administrative effort, slower visibility, difficulty maintaining consistent records and a weaker student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417320"/>
            <a:ext cx="3474720" cy="187451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5864" y="1417320"/>
            <a:ext cx="73152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58191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075688"/>
            <a:ext cx="310896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single portal where an intern can authenticate, see their profile, mark daily attendance and follow learning tasks.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Primary users: interns / students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Business owner: HUECTECH training &amp; internship team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Goal: digitize the daily internship workflow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Design principle: simple, secure, mobile-friendly 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2. How the Project Was Initiated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A practical delivery approach from requirement discovery to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41732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</a:t>
            </a:r>
            <a:br/>
            <a:r>
              <a:t>Identify pain points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2395728"/>
            <a:ext cx="246888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67128" y="1828800"/>
            <a:ext cx="141732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</a:t>
            </a:r>
            <a:br/>
            <a:r>
              <a:t>Capture requirements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84448" y="2395728"/>
            <a:ext cx="246888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31336" y="1828800"/>
            <a:ext cx="141732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</a:t>
            </a:r>
            <a:br/>
            <a:r>
              <a:t>Design workflow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48656" y="2395728"/>
            <a:ext cx="246888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95544" y="1828800"/>
            <a:ext cx="141732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</a:t>
            </a:r>
            <a:br/>
            <a:r>
              <a:t>Select stack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12864" y="2395728"/>
            <a:ext cx="246888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59752" y="1828800"/>
            <a:ext cx="141732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5</a:t>
            </a:r>
            <a:br/>
            <a:r>
              <a:t>Build modules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77072" y="2395728"/>
            <a:ext cx="246888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23960" y="1828800"/>
            <a:ext cx="141732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6</a:t>
            </a:r>
            <a:br/>
            <a:r>
              <a:t>Test &amp; refine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41280" y="2395728"/>
            <a:ext cx="246888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488168" y="1828800"/>
            <a:ext cx="1417320" cy="114300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7</a:t>
            </a:r>
            <a:br/>
            <a:r>
              <a:t>Prepare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840480"/>
            <a:ext cx="1024128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84048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005072"/>
            <a:ext cx="9875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Initiation narrative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498848"/>
            <a:ext cx="9875519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“We started by understanding the intern journey end-to-end. The first priority was reliable identity and attendance tracking; then the portal was structured so future modules such as task management, reporting and administration can be added without redesigning the core experience.”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3.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The portal connects the student UI, API layer and SQL Server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27080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4. Student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What a student experiences from login to attendance history</a:t>
            </a:r>
          </a:p>
        </p:txBody>
      </p:sp>
      <p:pic>
        <p:nvPicPr>
          <p:cNvPr id="5" name="Picture 4" descr="user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27080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5. Portal UI — Dashboard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The interface is organized around the intern’s daily workflow</a:t>
            </a:r>
          </a:p>
        </p:txBody>
      </p:sp>
      <p:pic>
        <p:nvPicPr>
          <p:cNvPr id="5" name="Picture 4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83564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6. Core 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What is represented in the current project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Student ID + password login; password verification with bcrypt.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6916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Student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075688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Displays name, student code, email, course and batch.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73152" cy="1691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58191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Today's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075688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Check-in, check-out and current-day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429000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73075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Attendance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224528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API returns attendance records ordered by date.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429000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566160"/>
            <a:ext cx="73152" cy="16916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8" y="373075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Learning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224528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Dashboard UI contains Python, SQL and ADF task examples.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566160"/>
            <a:ext cx="3429000" cy="16916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566160"/>
            <a:ext cx="73152" cy="1691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3730752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Responsive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224528"/>
            <a:ext cx="3063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HTML/CSS/JavaScript front end with reusable styling.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7.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Technology choices and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HTML5</a:t>
            </a:r>
            <a:br/>
            <a:r>
              <a:t>CSS3</a:t>
            </a:r>
            <a:br/>
            <a:r>
              <a:t>Vanilla JavaScript</a:t>
            </a:r>
            <a:br/>
            <a:r>
              <a:t>localStorage for logged-in student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1828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75688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Python</a:t>
            </a:r>
            <a:br/>
            <a:r>
              <a:t>FastAPI</a:t>
            </a:r>
            <a:br/>
            <a:r>
              <a:t>Pydantic request models</a:t>
            </a:r>
            <a:br/>
            <a:r>
              <a:t>REST-style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3756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Data &amp;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75688"/>
            <a:ext cx="2971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SQL Server</a:t>
            </a:r>
            <a:br/>
            <a:r>
              <a:t>pyodbc</a:t>
            </a:r>
            <a:br/>
            <a:r>
              <a:t>python-dotenv</a:t>
            </a:r>
            <a:br/>
            <a:r>
              <a:t>bcrypt password hashing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3749039"/>
            <a:ext cx="932688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3749039"/>
            <a:ext cx="73152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64208" y="3913631"/>
            <a:ext cx="89611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API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407407"/>
            <a:ext cx="896111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Browser → FastAPI endpoint → validation / business rule → SQL Server → JSON response → dashboard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>
                <a:solidFill>
                  <a:srgbClr val="334155"/>
                </a:solidFill>
              </a:defRPr>
            </a:pPr>
            <a:r>
              <a:t>• Current API areas: /login, /attendance/* and /profile/* in the source package</a:t>
            </a:r>
          </a:p>
          <a:p>
            <a:pPr>
              <a:spcAft>
                <a:spcPts val="1400"/>
              </a:spcAft>
              <a:defRPr sz="1300">
                <a:solidFill>
                  <a:srgbClr val="334155"/>
                </a:solidFill>
              </a:defRPr>
            </a:pPr>
            <a:r>
              <a:t>• CORS is configured for development; production deployment should restrict allowed origins</a:t>
            </a:r>
          </a:p>
          <a:p>
            <a:pPr>
              <a:spcAft>
                <a:spcPts val="1400"/>
              </a:spcAft>
              <a:defRPr sz="1300">
                <a:solidFill>
                  <a:srgbClr val="334155"/>
                </a:solidFill>
              </a:defRPr>
            </a:pPr>
            <a:r>
              <a:t>• Frontend currently points to localhost API, so deployment requires environment-based API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8. Attendance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Rules that protect the integrity of daily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1. Validate the student exists and is active.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2. On check-in, look for an existing record for the current date.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3. If a record exists, reject duplicate check-in.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4. Otherwise insert AttendanceDate + CheckInTime + Present status.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5. Check-out is allowed only after check-in and only once.</a:t>
            </a:r>
          </a:p>
          <a:p>
            <a:pPr>
              <a:spcAft>
                <a:spcPts val="1400"/>
              </a:spcAft>
              <a:defRPr sz="2000">
                <a:solidFill>
                  <a:srgbClr val="334155"/>
                </a:solidFill>
              </a:defRPr>
            </a:pPr>
            <a:r>
              <a:t>• 6. History returns records ordered from newest to oldest.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5394960"/>
            <a:ext cx="813816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5394960"/>
            <a:ext cx="73152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12848" y="555955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Business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6053328"/>
            <a:ext cx="7772400" cy="-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One attendance record per student per day, with controlled check-in / check-out transitions.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9. Client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What this solution enables for HUECTECH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49047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Centralized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84248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Student identity and attendance are brought into one portal.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34639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834639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9923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493007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Interns can see their daily status and historical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43400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34340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50799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5001768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Backend rules reduce duplicate or invalid attendance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1325880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132588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149047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1984248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API-based structure allows admin, task, reporting and notification modules to be added.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834639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2834639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2999232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Professional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493007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A branded portal gives interns a consistent digital touchpoint.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325880"/>
            <a:ext cx="5074920" cy="4526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325880"/>
            <a:ext cx="73152" cy="4526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490472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Future-ready extension areas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1984248"/>
            <a:ext cx="4709159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• Admin dashboard</a:t>
            </a:r>
            <a:br/>
            <a:r>
              <a:t>• Student CRUD / ID assignment</a:t>
            </a:r>
            <a:br/>
            <a:r>
              <a:t>• Task management with due dates and completion status</a:t>
            </a:r>
            <a:br/>
            <a:r>
              <a:t>• Attendance calendar and monthly reports</a:t>
            </a:r>
            <a:br/>
            <a:r>
              <a:t>• Email / WhatsApp notifications</a:t>
            </a:r>
            <a:br/>
            <a:r>
              <a:t>• Role-based access control</a:t>
            </a:r>
            <a:br/>
            <a:r>
              <a:t>• Cloud deployment and production monitoring</a:t>
            </a:r>
            <a:br/>
            <a:r>
              <a:t>• Audit logging and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10. Demo Script for a Client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A simple 5-minute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Open portal → show branded login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Enter Student ID + password → demonstrate authentication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Show profile → explain course and batch context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Click CHECK IN → show Present status and timestamp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Open Attendance History → show record retrieval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Explain task area → connect it to internship learning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Close with architecture + future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17320"/>
            <a:ext cx="33832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79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8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Client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07568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“The portal is designed around the intern’s daily journey, while the API and database provide a foundation for operational scale.”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520440"/>
            <a:ext cx="338328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6679" y="352044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368503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Demo tip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417880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Use one controlled test student. Show the same record moving from login → attendance action →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172A"/>
                </a:solidFill>
              </a:defRPr>
            </a:pPr>
            <a:r>
              <a:t>11. Production Readiness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Important items to complete before a live client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424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Register the correct authentication router in main.py and verify the login route end-to-end.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Register the profile router so /profile/{student_id} is exposed.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Move API URL and environment settings out of hard-coded frontend JavaScript.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Restrict CORS to approved production domains.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Use a production authentication/session approach rather than relying only on localStorage context.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Add admin controls, task persistence and reporting as business requirements mature.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Deploy backend + database securely and add monitoring, backups and audit logging.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806440"/>
            <a:ext cx="941832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580644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5971031"/>
            <a:ext cx="9052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Current package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6464807"/>
            <a:ext cx="9052560" cy="-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Strong functional prototype foundation; a short hardening phase is recommended before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241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HUECTECH Internship Portal</a:t>
            </a:r>
          </a:p>
          <a:p>
            <a:pPr>
              <a:defRPr sz="2400">
                <a:solidFill>
                  <a:srgbClr val="BFDBFE"/>
                </a:solidFill>
              </a:defRPr>
            </a:pPr>
            <a:r>
              <a:t>A digital foundation for managing the intern experience.</a:t>
            </a:r>
          </a:p>
          <a:p>
            <a:pPr>
              <a:defRPr sz="2000">
                <a:solidFill>
                  <a:srgbClr val="CBD5E1"/>
                </a:solidFill>
              </a:defRPr>
            </a:pPr>
            <a:r>
              <a:t>Login  →  Attendance  →  Learning  →  History  → 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HUECTECH Info Technologies Pvt Ltd  |  Internship Portal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